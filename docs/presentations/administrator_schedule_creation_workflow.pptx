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01-context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02-place-lesson.png"/><Relationship Id="rId2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03-manual-workload.png"/><Relationship Id="rId2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../media/04-edit-workload.png"/><Relationship Id="rId2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../media/05-teacher-assignment.png"/><Relationship Id="rId2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../media/06-weekday-transfers.png"/><Relationship Id="rId2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../media/07-excel-import-entry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/>
      <p:pic>
        <p:nvPicPr>
          <p:cNvPr id="2" name="01-context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1219200" y="0"/>
            <a:ext cx="97536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/>
      <p:pic>
        <p:nvPicPr>
          <p:cNvPr id="2" name="02-place-lesson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2866153" y="0"/>
            <a:ext cx="6459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/>
      <p:pic>
        <p:nvPicPr>
          <p:cNvPr id="2" name="03-manual-workload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1219200" y="0"/>
            <a:ext cx="97536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/>
      <p:pic>
        <p:nvPicPr>
          <p:cNvPr id="2" name="04-edit-workload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1219200" y="0"/>
            <a:ext cx="97536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/>
      <p:pic>
        <p:nvPicPr>
          <p:cNvPr id="2" name="05-teacher-assignment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1219200" y="0"/>
            <a:ext cx="97536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/>
      <p:pic>
        <p:nvPicPr>
          <p:cNvPr id="2" name="06-weekday-transfers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1219200" y="0"/>
            <a:ext cx="97536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/>
      <p:pic>
        <p:nvPicPr>
          <p:cNvPr id="2" name="07-excel-import-entry.png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385463"/>
            <a:ext cx="12192000" cy="60870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Default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6B2337"/>
      </a:accent1>
      <a:accent2>
        <a:srgbClr val="DDE9B1"/>
      </a:accent2>
      <a:accent3>
        <a:srgbClr val="999999"/>
      </a:accent3>
      <a:accent4>
        <a:srgbClr val="333333"/>
      </a:accent4>
      <a:accent5>
        <a:srgbClr val="666666"/>
      </a:accent5>
      <a:accent6>
        <a:srgbClr val="CCCCCC"/>
      </a:accent6>
      <a:hlink>
        <a:srgbClr val="0563C1"/>
      </a:hlink>
      <a:folHlink>
        <a:srgbClr val="954F72"/>
      </a:folHlink>
    </a:clrScheme>
    <a:fontScheme name="Default">
      <a:majorFont>
        <a:latin typeface="Arial"/>
      </a:majorFont>
      <a:minorFont>
        <a:latin typeface="Arial"/>
      </a:minorFont>
    </a:fontScheme>
    <a:fmtScheme name="Default">
      <a:fillStyleLst/>
      <a:lnStyleLst/>
      <a:effectStyleLst/>
      <a:bgFillStyleLst/>
    </a:fmtScheme>
  </a:themeElements>
</a:theme>
</file>