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spTree>
      <p:nvGrpSpPr>
        <p:cNvPr id="1" name=""/>
        <p:cNvGrpSpPr/>
        <p:nvPr/>
      </p:nvGrpSpPr>
      <p:grpSpPr/>
    </p:spTree>
  </p:cSld>
  <p:clrMap bg1="lt1" tx1="dk1" bg2="lt2" accent1="accent1" accent2="accent2" accent3="accent3" accent4="accent4" accent5="accent5" accent6="accent6" hlink="hlink" folHlink="folHlink"/>
  <p:sldLayoutIdLst>
    <p:sldLayoutId id="1" r:id="rId1"/>
  </p:sldLayoutIdLst>
  <p:txStyles/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schedule-context-1280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teachers-1280.png"/><Relationship Id="rId2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workload-1280.png"/><Relationship Id="rId2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workload-editor-1280.png"/><Relationship Id="rId2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schedule-grid-1280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../media/weekday-transfers-1280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../media/reservations-1280.png"/><Relationship Id="rId2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../media/excel-import-entry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../media/notice-1280.png"/><Relationship Id="rId2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../media/user-schedule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reenshot">
    <p:spTree>
      <p:nvGrpSpPr>
        <p:cNvPr id="1" name=""/>
        <p:cNvGrpSpPr/>
        <p:nvPr/>
      </p:nvGrpSpPr>
      <p:grpSpPr/>
      <p:pic>
        <p:nvPicPr>
          <p:cNvPr id="2" name="schedule-context-1280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reenshot">
    <p:spTree>
      <p:nvGrpSpPr>
        <p:cNvPr id="1" name=""/>
        <p:cNvGrpSpPr/>
        <p:nvPr/>
      </p:nvGrpSpPr>
      <p:grpSpPr/>
      <p:pic>
        <p:nvPicPr>
          <p:cNvPr id="2" name="teachers-1280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reenshot">
    <p:spTree>
      <p:nvGrpSpPr>
        <p:cNvPr id="1" name=""/>
        <p:cNvGrpSpPr/>
        <p:nvPr/>
      </p:nvGrpSpPr>
      <p:grpSpPr/>
      <p:pic>
        <p:nvPicPr>
          <p:cNvPr id="2" name="workload-1280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reenshot">
    <p:spTree>
      <p:nvGrpSpPr>
        <p:cNvPr id="1" name=""/>
        <p:cNvGrpSpPr/>
        <p:nvPr/>
      </p:nvGrpSpPr>
      <p:grpSpPr/>
      <p:pic>
        <p:nvPicPr>
          <p:cNvPr id="2" name="workload-editor-1280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reenshot">
    <p:spTree>
      <p:nvGrpSpPr>
        <p:cNvPr id="1" name=""/>
        <p:cNvGrpSpPr/>
        <p:nvPr/>
      </p:nvGrpSpPr>
      <p:grpSpPr/>
      <p:pic>
        <p:nvPicPr>
          <p:cNvPr id="2" name="schedule-grid-1280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reenshot">
    <p:spTree>
      <p:nvGrpSpPr>
        <p:cNvPr id="1" name=""/>
        <p:cNvGrpSpPr/>
        <p:nvPr/>
      </p:nvGrpSpPr>
      <p:grpSpPr/>
      <p:pic>
        <p:nvPicPr>
          <p:cNvPr id="2" name="weekday-transfers-1280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reenshot">
    <p:spTree>
      <p:nvGrpSpPr>
        <p:cNvPr id="1" name=""/>
        <p:cNvGrpSpPr/>
        <p:nvPr/>
      </p:nvGrpSpPr>
      <p:grpSpPr/>
      <p:pic>
        <p:nvPicPr>
          <p:cNvPr id="2" name="reservations-1280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reenshot">
    <p:spTree>
      <p:nvGrpSpPr>
        <p:cNvPr id="1" name=""/>
        <p:cNvGrpSpPr/>
        <p:nvPr/>
      </p:nvGrpSpPr>
      <p:grpSpPr/>
      <p:pic>
        <p:nvPicPr>
          <p:cNvPr id="2" name="excel-import-entry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reenshot">
    <p:spTree>
      <p:nvGrpSpPr>
        <p:cNvPr id="1" name=""/>
        <p:cNvGrpSpPr/>
        <p:nvPr/>
      </p:nvGrpSpPr>
      <p:grpSpPr/>
      <p:pic>
        <p:nvPicPr>
          <p:cNvPr id="2" name="notice-1280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reenshot">
    <p:spTree>
      <p:nvGrpSpPr>
        <p:cNvPr id="1" name=""/>
        <p:cNvGrpSpPr/>
        <p:nvPr/>
      </p:nvGrpSpPr>
      <p:grpSpPr/>
      <p:pic>
        <p:nvPicPr>
          <p:cNvPr id="2" name="user-schedul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ilk Schedule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5A2634"/>
      </a:accent1>
      <a:accent2>
        <a:srgbClr val="DCE9B4"/>
      </a:accent2>
      <a:accent3>
        <a:srgbClr val="B69A7E"/>
      </a:accent3>
      <a:accent4>
        <a:srgbClr val="7F7F7F"/>
      </a:accent4>
      <a:accent5>
        <a:srgbClr val="C0504D"/>
      </a:accent5>
      <a:accent6>
        <a:srgbClr val="9BBB59"/>
      </a:accent6>
      <a:hlink>
        <a:srgbClr val="0000FF"/>
      </a:hlink>
      <a:folHlink>
        <a:srgbClr val="800080"/>
      </a:folHlink>
    </a:clrScheme>
    <a:fontScheme name="Office">
      <a:majorFont>
        <a:latin typeface="Arial"/>
      </a:majorFont>
      <a:minorFont>
        <a:latin typeface="Arial"/>
      </a:minorFont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Milk Schedule presentation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title>Administrator schedule creation workflow</dc:title>
  <dc:creator>Milk Schedule</dc:creator>
  <cp:lastModifiedBy>Milk Schedule</cp:lastModifiedBy>
</cp:coreProperties>
</file>